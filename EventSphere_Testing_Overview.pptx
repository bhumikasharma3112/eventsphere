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AUTOMATED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EventSphere Quality Assurance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An analysis of Cypress E2E, Selenium Webdriver, and Selenium IDE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Testing Agenda &amp;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 have implemented three independent, automated testing layers to guarantee absolute stability, responsiveness, and performance of the EventSphere premium event management portal: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1: Selenium IDE Automated Tests - Visual codeless browser session recordings.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2: Selenium Webdriver Node.js Execution - Programmatic terminal-driven Chrome automation.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3: Cypress E2E Testing Suite - Complete client-side application specs, form submission, and route validation.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Summary &amp; Tool Comparison - Assessing stability, speed, and capabilities of each quality assurance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IDE 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Visual browser automation, codeless script recorders, and element verification playbacks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Codeless Visual Testing &amp;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Selenium IDE provides a rapid prototype automation layer by recording human actions in Chrome and generating assertions without writing code.</a:t>
            </a:r>
            <a:br/>
            <a:br/>
            <a:r>
              <a:t>It is utilized for sanity testing critical user flows instantly when migrating codebases.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Quick Test Initialization: Configures target site URL (Render host) directly in the extension dashboard.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Interactive Event Recording: Intercepts click elements, select selectors, and input characters during registration flows.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Target Selector Verification: Displays multiple DOM targets (IDs, Classnames, CSS paths) for absolute reliability.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Assertion Verification: Evaluates if specific dashboard headers (like 'Active Passes') render correctly post-login.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Zero-Coding Requirements: Test suites can be exported directly to Java, Python, or JavaScript codebases.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Webdriver Terminal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Programmatic Node.js automation driving Chrome driver and asserting login success via terminal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Node.js Programmatic Browser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Our Selenium WebDriver script runs inside Node.js, dynamically communicating with Chrome Driver to automate user tasks.</a:t>
            </a:r>
            <a:br/>
            <a:br/>
            <a:r>
              <a:t>It is executed via command-line and integrated into standard CI/CD deployment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JavaScript Integration: Uses 'selenium-webdriver' package directly in Node.js to configure Chrome browser sessions.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Automated Input &amp; Navigation: Instructs Chrome to open the login page, locate email/password inputs, and enter credentials.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Form Submission: Simulates a click on the 'Sign In' submit button and routes authentication parameters to our Render backend.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Dynamic Assertions: Waits for the URL to change to '/dashboard' to confirm the login workflow connected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Clean Session Teardown: Safely closes Chrome and prints execution logs inside the PowerShell terminal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Cypress End-to-End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Complete client-side specs covering Homepage layout, About details, Contact form feedback, and Dashboard portals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Cypress Client-Side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runs directly inside the browser environment, offering blazing fast spec execution, automatic waiting, and built-in screenshot debuggers.</a:t>
            </a:r>
            <a:br/>
            <a:br/>
            <a:r>
              <a:t>It forms the core testing layer of EventSphere.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Homepage Check: Verifies luxury brand header ('EVENTSPHERE') and navigation links exist and are fully interactive.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About Page Verification: Visits '/about' and asserts that core text paragraphs load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Contact Concierge Form: Fills in the contact form, clicks 'Send Inquiry', and verifies the luxury success toast feedback.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Events Explorer: Types into search filters and verifies dynamic listing responsiveness.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Redux Store &amp; Router Checks: Logs in and navigates dashboard tabs (My Tickets, Wishlist, Settings) to verify client routes.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Automated Testing Tools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IDE</a:t>
            </a:r>
            <a:br/>
            <a:br/>
            <a:r>
              <a:t>• Codeless recorder</a:t>
            </a:r>
            <a:br/>
            <a:r>
              <a:t>• Best for rapid sanity prototypes</a:t>
            </a:r>
            <a:br/>
            <a:r>
              <a:t>• Fast configurations</a:t>
            </a:r>
            <a:br/>
            <a:r>
              <a:t>• Requires browser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WebDriver</a:t>
            </a:r>
            <a:br/>
            <a:br/>
            <a:r>
              <a:t>• Code-based (Node.js)</a:t>
            </a:r>
            <a:br/>
            <a:r>
              <a:t>• Best for CI/CD integration</a:t>
            </a:r>
            <a:br/>
            <a:r>
              <a:t>• Runs headless in shell</a:t>
            </a:r>
            <a:br/>
            <a:r>
              <a:t>• Excellent cross-browser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Cypress E2E</a:t>
            </a:r>
            <a:br/>
            <a:br/>
            <a:r>
              <a:t>• Direct browser architecture</a:t>
            </a:r>
            <a:br/>
            <a:r>
              <a:t>• Super fast execution times</a:t>
            </a:r>
            <a:br/>
            <a:r>
              <a:t>• Built-in time travel &amp; debugging</a:t>
            </a:r>
            <a:br/>
            <a:r>
              <a:t>• Comprehensive UI/UX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QUALITY ASSURANCE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Georgia"/>
              </a:defRPr>
            </a:pPr>
            <a:r>
              <a:t>All Test Suites Verified &amp;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Cypress and Selenium Webdriver scripts compile and execute successfully with zero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