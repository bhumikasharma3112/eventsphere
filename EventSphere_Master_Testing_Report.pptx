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AUTOMATED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EventSphere Quality Assurance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 master compile of Cypress E2E, Selenium Webdriver, and Selenium IDE verification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Testing Agenda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 have implemented three independent, automated testing layers to guarantee absolute stability, responsiveness, and performance of the EventSphere premium event management portal: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1: Selenium IDE Automated Tests - Visual codeless browser session recordings.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2: Selenium Webdriver Node.js Execution - Programmatic terminal-driven Chrome automation.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3: Cypress E2E Testing Suite - Complete client-side application specs, form submission, and route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Visual Verification Pages - Step-by-step screenshots tracking exact elements, DOM selectors, assertions, and console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IDE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Visual browser automation, codeless script recorders, and element verification playbacks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Codeless Visual Testing &amp;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IDE provides a rapid prototype automation layer by recording human actions in Chrome and generating assertions without writing code.</a:t>
            </a:r>
            <a:br/>
            <a:br/>
            <a:r>
              <a:t>It is utilized for sanity testing critical user flows instantly when migrating codebases.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Quick Test Initialization: Configures target site URL (Render host) directly in the extension dashboard.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Interactive Event Recording: Intercepts click elements, select selectors, and input characters during registration flows.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Target Selector Verification: Displays multiple DOM targets (IDs, Classnames, CSS paths) for absolute reliability.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Assertion Verification: Evaluates if specific dashboard headers (like 'Active Passes') render correctly post-login.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Zero-Coding Requirements: Test suites can be exported directly to Java, Python, or JavaScript codebases.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Dashboard Recorder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Selenium IDE Chrome extension and initializing a new test suite project for EventSphere.</a:t>
            </a:r>
          </a:p>
        </p:txBody>
      </p:sp>
      <p:pic>
        <p:nvPicPr>
          <p:cNvPr id="6" name="Picture 5" descr="WhatsApp Image 2026-07-22 at 1.02.0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Base URL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Configuring target site URL parameters to bind IDE playback to the live Render host address.</a:t>
            </a:r>
          </a:p>
        </p:txBody>
      </p:sp>
      <p:pic>
        <p:nvPicPr>
          <p:cNvPr id="6" name="Picture 5" descr="WhatsApp Image 2026-07-22 at 1.02.0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Login Flow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Recording interactive user click actions on input boxes, email fields, and password submissions.</a:t>
            </a:r>
          </a:p>
        </p:txBody>
      </p:sp>
      <p:pic>
        <p:nvPicPr>
          <p:cNvPr id="6" name="Picture 5" descr="WhatsApp Image 2026-07-22 at 1.02.0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DOM Element Selectors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Verifying target IDs, class structures, and visual elements to guarantee assertion success during playback.</a:t>
            </a:r>
          </a:p>
        </p:txBody>
      </p:sp>
      <p:pic>
        <p:nvPicPr>
          <p:cNvPr id="6" name="Picture 5" descr="WhatsApp Image 2026-07-22 at 1.02.1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Assertion Command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Adding custom assertions to verify that dashboard headers like 'Active Passes' render correctly.</a:t>
            </a:r>
          </a:p>
        </p:txBody>
      </p:sp>
      <p:pic>
        <p:nvPicPr>
          <p:cNvPr id="6" name="Picture 5" descr="WhatsApp Image 2026-07-22 at 1.02.10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Playback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recorded test suite step-by-step. Selenium IDE drives the active browser session.</a:t>
            </a:r>
          </a:p>
        </p:txBody>
      </p:sp>
      <p:pic>
        <p:nvPicPr>
          <p:cNvPr id="6" name="Picture 5" descr="WhatsApp Image 2026-07-22 at 1.02.1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Interactive Flow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between public events explorer, event details view, and user portal pages during replay.</a:t>
            </a:r>
          </a:p>
        </p:txBody>
      </p:sp>
      <p:pic>
        <p:nvPicPr>
          <p:cNvPr id="6" name="Picture 5" descr="WhatsApp Image 2026-07-22 at 1.02.1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IDE Playback Log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Confirming all command sequences completed successfully with zero error indicators.</a:t>
            </a:r>
          </a:p>
        </p:txBody>
      </p:sp>
      <p:pic>
        <p:nvPicPr>
          <p:cNvPr id="6" name="Picture 5" descr="WhatsApp Image 2026-07-22 at 1.02.11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Webdriver Terminal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Programmatic Node.js automation driving Chrome driver and asserting login success via terminal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Node.js Programmatic Browser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Our Selenium WebDriver script runs inside Node.js, dynamically communicating with Chrome Driver to automate user tasks.</a:t>
            </a:r>
            <a:br/>
            <a:br/>
            <a:r>
              <a:t>It is executed via command-line and integrated into standard CI/CD deployment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JavaScript Integration: Uses 'selenium-webdriver' package directly in Node.js to configure Chrome browser sessions.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Automated Input &amp; Navigation: Instructs Chrome to open the login page, locate email/password inputs, and enter credentials.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Form Submission: Simulates a click on the 'Sign In' submit button and routes authentication parameters to our Render backend.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Dynamic Assertions: Waits for the URL to change to '/dashboard' to confirm the login workflow connected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Clean Session Teardown: Safely closes Chrome and prints execution logs inside the PowerShell terminal window.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Terminal Script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Setting up the Node.js automation script using selenium-webdriver bindings to drive Chrome.</a:t>
            </a:r>
          </a:p>
        </p:txBody>
      </p:sp>
      <p:pic>
        <p:nvPicPr>
          <p:cNvPr id="6" name="Picture 5" descr="WhatsApp Image 2026-07-22 at 1.02.12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Test Credentials Bind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Adding secure credential hooks and target environment URL declarations inside the selenium test script.</a:t>
            </a:r>
          </a:p>
        </p:txBody>
      </p:sp>
      <p:pic>
        <p:nvPicPr>
          <p:cNvPr id="6" name="Picture 5" descr="WhatsApp Image 2026-07-22 at 1.02.12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Chrome Driver Initializing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script via 'node selenium_test.js' and instantiating the Chrome browser instance.</a:t>
            </a:r>
          </a:p>
        </p:txBody>
      </p:sp>
      <p:pic>
        <p:nvPicPr>
          <p:cNvPr id="6" name="Picture 5" descr="WhatsApp Image 2026-07-22 at 1.02.1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Automated Page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navigating Chrome to the live EventSphere login page at the specified Render address.</a:t>
            </a:r>
          </a:p>
        </p:txBody>
      </p:sp>
      <p:pic>
        <p:nvPicPr>
          <p:cNvPr id="6" name="Picture 5" descr="WhatsApp Image 2026-07-22 at 1.02.1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Automated Form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Webdriver locating email/password inputs and writing test credentials dynamically.</a:t>
            </a:r>
          </a:p>
        </p:txBody>
      </p:sp>
      <p:pic>
        <p:nvPicPr>
          <p:cNvPr id="6" name="Picture 5" descr="WhatsApp Image 2026-07-22 at 1.02.14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Submit Button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Simulating the button click to submit authorization parameters to the backend server.</a:t>
            </a:r>
          </a:p>
        </p:txBody>
      </p:sp>
      <p:pic>
        <p:nvPicPr>
          <p:cNvPr id="6" name="Picture 5" descr="WhatsApp Image 2026-07-22 at 1.02.14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Wait &amp; Assert Redirect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Waiting for URL routing to contain '/dashboard' to confirm authorization connection succeeded.</a:t>
            </a:r>
          </a:p>
        </p:txBody>
      </p:sp>
      <p:pic>
        <p:nvPicPr>
          <p:cNvPr id="6" name="Picture 5" descr="WhatsApp Image 2026-07-22 at 1.02.1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Terminal Log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Verifying that the test script exits cleanly and prints 'Test Passed' inside the PowerShell console.</a:t>
            </a:r>
          </a:p>
        </p:txBody>
      </p:sp>
      <p:pic>
        <p:nvPicPr>
          <p:cNvPr id="6" name="Picture 5" descr="WhatsApp Image 2026-07-22 at 1.02.15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Cypress End-to-End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Complete client-side specs covering Homepage layout, About details, Contact form feedback, and Dashboard portals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Cypress Client-Side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runs directly inside the browser environment, offering blazing fast spec execution, automatic waiting, and built-in screenshot debuggers.</a:t>
            </a:r>
            <a:br/>
            <a:br/>
            <a:r>
              <a:t>It forms the core testing layer of EventSphere.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Homepage Check: Verifies luxury brand header ('EVENTSPHERE') and navigation links exist and are fully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About Page Verification: Visits '/about' and asserts that core text paragraphs load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Contact Concierge Form: Fills in the contact form, clicks 'Send Inquiry', and verifies the luxury success toast feedback.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Events Explorer: Types into search filters and verifies dynamic listing responsiveness.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Redux Store &amp; Router Checks: Logs in and navigates dashboard tabs (My Tickets, Wishlist, Settings) to verify client routes.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Cypress Project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Cypress test runner and configuring specs structure for frontend application testing.</a:t>
            </a:r>
          </a:p>
        </p:txBody>
      </p:sp>
      <p:pic>
        <p:nvPicPr>
          <p:cNvPr id="6" name="Picture 5" descr="WhatsApp Image 2026-07-22 at 1.02.1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spec.cy.js 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Writing pure JavaScript Cypress assertions to verify main pages, forms, and login flows.</a:t>
            </a:r>
          </a:p>
        </p:txBody>
      </p:sp>
      <p:pic>
        <p:nvPicPr>
          <p:cNvPr id="6" name="Picture 5" descr="WhatsApp Image 2026-07-22 at 1.02.16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Homepage Visual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visiting the homepage and checking branding elements, typography, and Call-to-Action states.</a:t>
            </a:r>
          </a:p>
        </p:txBody>
      </p:sp>
      <p:pic>
        <p:nvPicPr>
          <p:cNvPr id="6" name="Picture 5" descr="WhatsApp Image 2026-07-22 at 1.02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About Page Assertion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to the About page and verifying that philosophy paragraphs and headings are correctly visible.</a:t>
            </a:r>
          </a:p>
        </p:txBody>
      </p:sp>
      <p:pic>
        <p:nvPicPr>
          <p:cNvPr id="6" name="Picture 5" descr="WhatsApp Image 2026-07-22 at 1.02.17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Contact Concierge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Testing the concierge contact form by filling name, email, details, and clicking the submit button.</a:t>
            </a:r>
          </a:p>
        </p:txBody>
      </p:sp>
      <p:pic>
        <p:nvPicPr>
          <p:cNvPr id="6" name="Picture 5" descr="WhatsApp Image 2026-07-22 at 1.02.1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Toast Feedback Assertion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Asserting that the premium success toast message appears correctly after submitting a contact message.</a:t>
            </a:r>
          </a:p>
        </p:txBody>
      </p:sp>
      <p:pic>
        <p:nvPicPr>
          <p:cNvPr id="6" name="Picture 5" descr="WhatsApp Image 2026-07-22 at 1.02.18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Search Bar Input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to Events catalog and typing inside the filter search bar to verify responsiveness of listing.</a:t>
            </a:r>
          </a:p>
        </p:txBody>
      </p:sp>
      <p:pic>
        <p:nvPicPr>
          <p:cNvPr id="6" name="Picture 5" descr="WhatsApp Image 2026-07-22 at 1.02.1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Attendee Login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automated login using Cy inputs and asserting dashboard redirect is resolved instantly.</a:t>
            </a:r>
          </a:p>
        </p:txBody>
      </p:sp>
      <p:pic>
        <p:nvPicPr>
          <p:cNvPr id="6" name="Picture 5" descr="WhatsApp Image 2026-07-22 at 1.02.1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Dashboard Navigation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Clicking dashboard tabs (My Tickets, Wishlist, Settings) to verify client-side router redirects.</a:t>
            </a:r>
          </a:p>
        </p:txBody>
      </p:sp>
      <p:pic>
        <p:nvPicPr>
          <p:cNvPr id="6" name="Picture 5" descr="WhatsApp Image 2026-07-22 at 1.02.2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Automated Testing Tools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IDE</a:t>
            </a:r>
            <a:br/>
            <a:br/>
            <a:r>
              <a:t>• Codeless recorder</a:t>
            </a:r>
            <a:br/>
            <a:r>
              <a:t>• Best for rapid sanity prototypes</a:t>
            </a:r>
            <a:br/>
            <a:r>
              <a:t>• Fast configurations</a:t>
            </a:r>
            <a:br/>
            <a:r>
              <a:t>• Requires 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WebDriver</a:t>
            </a:r>
            <a:br/>
            <a:br/>
            <a:r>
              <a:t>• Code-based (Node.js)</a:t>
            </a:r>
            <a:br/>
            <a:r>
              <a:t>• Best for CI/CD integration</a:t>
            </a:r>
            <a:br/>
            <a:r>
              <a:t>• Runs headless in shell</a:t>
            </a:r>
            <a:br/>
            <a:r>
              <a:t>• Excellent cross-browser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Cypress E2E</a:t>
            </a:r>
            <a:br/>
            <a:br/>
            <a:r>
              <a:t>• Direct browser architecture</a:t>
            </a:r>
            <a:br/>
            <a:r>
              <a:t>• Super fast execution times</a:t>
            </a:r>
            <a:br/>
            <a:r>
              <a:t>• Built-in time travel &amp; debugging</a:t>
            </a:r>
            <a:br/>
            <a:r>
              <a:t>• Comprehensive UI/UX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QUALITY ASSURANCE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All Test Suites Verified &amp;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and Selenium Webdriver scripts compile and execute successfully with zero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