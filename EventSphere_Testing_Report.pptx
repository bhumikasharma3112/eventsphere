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5A880"/>
                </a:solidFill>
                <a:latin typeface="Arial"/>
              </a:defRPr>
            </a:pPr>
            <a:r>
              <a:t>EVENTSPHERE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End-to-End Automated Testing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Cypress E2E Testing • Selenium Webdriver Scripts • Selenium IDE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1. Dashboard Recorder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Launching Selenium IDE Chrome extension and initializing a new test suite project for EventSphere.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2 of 26</a:t>
            </a:r>
          </a:p>
        </p:txBody>
      </p:sp>
      <p:pic>
        <p:nvPicPr>
          <p:cNvPr id="6" name="Picture 5" descr="WhatsApp Image 2026-07-22 at 1.02.0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2. Base URL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Configuring target site URL parameters to bind IDE playback to the live Render host address.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3 of 26</a:t>
            </a:r>
          </a:p>
        </p:txBody>
      </p:sp>
      <p:pic>
        <p:nvPicPr>
          <p:cNvPr id="6" name="Picture 5" descr="WhatsApp Image 2026-07-22 at 1.02.0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3. Login Flow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Recording interactive user click actions on input boxes, email fields, and password submissions.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4 of 26</a:t>
            </a:r>
          </a:p>
        </p:txBody>
      </p:sp>
      <p:pic>
        <p:nvPicPr>
          <p:cNvPr id="6" name="Picture 5" descr="WhatsApp Image 2026-07-22 at 1.02.0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4. DOM Element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Verifying target IDs, class structures, and visual elements to guarantee assertion success during playback.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5 of 26</a:t>
            </a:r>
          </a:p>
        </p:txBody>
      </p:sp>
      <p:pic>
        <p:nvPicPr>
          <p:cNvPr id="6" name="Picture 5" descr="WhatsApp Image 2026-07-22 at 1.02.1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5. Assertion Command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Adding custom assertions to verify that dashboard headers like 'Active Passes' render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6 of 26</a:t>
            </a:r>
          </a:p>
        </p:txBody>
      </p:sp>
      <p:pic>
        <p:nvPicPr>
          <p:cNvPr id="6" name="Picture 5" descr="WhatsApp Image 2026-07-22 at 1.02.10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6. Playback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Executing the recorded test suite step-by-step. Selenium IDE drives the active browser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7 of 26</a:t>
            </a:r>
          </a:p>
        </p:txBody>
      </p:sp>
      <p:pic>
        <p:nvPicPr>
          <p:cNvPr id="6" name="Picture 5" descr="WhatsApp Image 2026-07-22 at 1.02.10 A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7. Interactive Flow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Navigating between public events explorer, event details view, and user portal pages during replay.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8 of 26</a:t>
            </a:r>
          </a:p>
        </p:txBody>
      </p:sp>
      <p:pic>
        <p:nvPicPr>
          <p:cNvPr id="6" name="Picture 5" descr="WhatsApp Image 2026-07-22 at 1.02.1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8. IDE Playback Log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Confirming all command sequences completed successfully with zero error indicators.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9 of 26</a:t>
            </a:r>
          </a:p>
        </p:txBody>
      </p:sp>
      <p:pic>
        <p:nvPicPr>
          <p:cNvPr id="6" name="Picture 5" descr="WhatsApp Image 2026-07-22 at 1.02.11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9. Terminal Script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Setting up the Node.js automation script using selenium-webdriver bindings to drive Chrome.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10 of 26</a:t>
            </a:r>
          </a:p>
        </p:txBody>
      </p:sp>
      <p:pic>
        <p:nvPicPr>
          <p:cNvPr id="6" name="Picture 5" descr="WhatsApp Image 2026-07-22 at 1.02.12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10. Test Credentials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Adding secure credential hooks and target environment URL declarations inside the selenium test 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11 of 26</a:t>
            </a:r>
          </a:p>
        </p:txBody>
      </p:sp>
      <p:pic>
        <p:nvPicPr>
          <p:cNvPr id="6" name="Picture 5" descr="WhatsApp Image 2026-07-22 at 1.02.12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11. Chrome Driver Initializing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Executing the script via 'node selenium_test.js' and instantiating the Chrome browser instance.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12 of 26</a:t>
            </a:r>
          </a:p>
        </p:txBody>
      </p:sp>
      <p:pic>
        <p:nvPicPr>
          <p:cNvPr id="6" name="Picture 5" descr="WhatsApp Image 2026-07-22 at 1.02.1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12. Automated Page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Webdriver navigating Chrome to the live EventSphere login page at the specified Render address.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13 of 26</a:t>
            </a:r>
          </a:p>
        </p:txBody>
      </p:sp>
      <p:pic>
        <p:nvPicPr>
          <p:cNvPr id="6" name="Picture 5" descr="WhatsApp Image 2026-07-22 at 1.02.13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13. Automated Form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Selenium Webdriver locating email/password inputs and writing test credentials dynamically.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14 of 26</a:t>
            </a:r>
          </a:p>
        </p:txBody>
      </p:sp>
      <p:pic>
        <p:nvPicPr>
          <p:cNvPr id="6" name="Picture 5" descr="WhatsApp Image 2026-07-22 at 1.02.14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14. Submit Button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Simulating the button click to submit authorization parameters to the backend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15 of 26</a:t>
            </a:r>
          </a:p>
        </p:txBody>
      </p:sp>
      <p:pic>
        <p:nvPicPr>
          <p:cNvPr id="6" name="Picture 5" descr="WhatsApp Image 2026-07-22 at 1.02.14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15. Wait &amp; Assert Redirect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Waiting for URL routing to contain '/dashboard' to confirm authorization connection succeeded.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16 of 26</a:t>
            </a:r>
          </a:p>
        </p:txBody>
      </p:sp>
      <p:pic>
        <p:nvPicPr>
          <p:cNvPr id="6" name="Picture 5" descr="WhatsApp Image 2026-07-22 at 1.02.15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16. Terminal Log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Verifying that the test script exits cleanly and prints 'Test Passed' inside the PowerShell console.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17 of 26</a:t>
            </a:r>
          </a:p>
        </p:txBody>
      </p:sp>
      <p:pic>
        <p:nvPicPr>
          <p:cNvPr id="6" name="Picture 5" descr="WhatsApp Image 2026-07-22 at 1.02.15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17. Cypress Project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Launching Cypress test runner and configuring specs structure for frontend application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18 of 26</a:t>
            </a:r>
          </a:p>
        </p:txBody>
      </p:sp>
      <p:pic>
        <p:nvPicPr>
          <p:cNvPr id="6" name="Picture 5" descr="WhatsApp Image 2026-07-22 at 1.02.16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18. spec.cy.js Declaration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Writing pure JavaScript Cypress assertions to verify main pages, forms, and login 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19 of 26</a:t>
            </a:r>
          </a:p>
        </p:txBody>
      </p:sp>
      <p:pic>
        <p:nvPicPr>
          <p:cNvPr id="6" name="Picture 5" descr="WhatsApp Image 2026-07-22 at 1.02.16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19. Homepage Visual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Cypress visiting the homepage and checking branding elements, typography, and Call-to-Action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20 of 26</a:t>
            </a:r>
          </a:p>
        </p:txBody>
      </p:sp>
      <p:pic>
        <p:nvPicPr>
          <p:cNvPr id="6" name="Picture 5" descr="WhatsApp Image 2026-07-22 at 1.02.17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20. About Page Assertion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Navigating to the About page and verifying that philosophy paragraphs and headings are correctly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21 of 26</a:t>
            </a:r>
          </a:p>
        </p:txBody>
      </p:sp>
      <p:pic>
        <p:nvPicPr>
          <p:cNvPr id="6" name="Picture 5" descr="WhatsApp Image 2026-07-22 at 1.02.17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21. Contact Concierge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Testing the concierge contact form by filling name, email, details, and clicking the submit button.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22 of 26</a:t>
            </a:r>
          </a:p>
        </p:txBody>
      </p:sp>
      <p:pic>
        <p:nvPicPr>
          <p:cNvPr id="6" name="Picture 5" descr="WhatsApp Image 2026-07-22 at 1.02.1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22. Toast Feedback Assertion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Asserting that the premium success toast message appears correctly after submitting a contact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23 of 26</a:t>
            </a:r>
          </a:p>
        </p:txBody>
      </p:sp>
      <p:pic>
        <p:nvPicPr>
          <p:cNvPr id="6" name="Picture 5" descr="WhatsApp Image 2026-07-22 at 1.02.18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23. Search Bar Input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Navigating to Events catalog and typing inside the filter search bar to verify responsiveness of listing.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24 of 26</a:t>
            </a:r>
          </a:p>
        </p:txBody>
      </p:sp>
      <p:pic>
        <p:nvPicPr>
          <p:cNvPr id="6" name="Picture 5" descr="WhatsApp Image 2026-07-22 at 1.02.1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24. Attendee Login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Executing automated login using Cy inputs and asserting dashboard redirect is resolved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25 of 26</a:t>
            </a:r>
          </a:p>
        </p:txBody>
      </p:sp>
      <p:pic>
        <p:nvPicPr>
          <p:cNvPr id="6" name="Picture 5" descr="WhatsApp Image 2026-07-22 at 1.02.1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623"/>
                </a:solidFill>
                <a:latin typeface="Georgia"/>
              </a:defRPr>
            </a:pPr>
            <a:r>
              <a:t>25. Dashboard Navigation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35D"/>
                </a:solidFill>
                <a:latin typeface="Arial"/>
              </a:defRPr>
            </a:pPr>
            <a:r>
              <a:t>Clicking dashboard tabs (My Tickets, Wishlist, Settings) to verify client-side router redirects.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5A880"/>
                </a:solidFill>
                <a:latin typeface="Georgia"/>
              </a:defRPr>
            </a:pPr>
            <a:r>
              <a:t>Slide 26 of 26</a:t>
            </a:r>
          </a:p>
        </p:txBody>
      </p:sp>
      <p:pic>
        <p:nvPicPr>
          <p:cNvPr id="6" name="Picture 5" descr="WhatsApp Image 2026-07-22 at 1.02.2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