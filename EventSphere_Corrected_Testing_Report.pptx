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AUTOMATED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EventSphere Quality Assurance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 master compile of Cypress E2E, Selenium Webdriver, and Selenium IDE verification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Testing Agenda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 have implemented three independent, automated testing layers to guarantee absolute stability, responsiveness, and performance of the EventSphere premium event management portal: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1: Selenium IDE Automated Tests - Visual codeless browser session recordings.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2: Selenium Webdriver Node.js Execution - Programmatic terminal-driven Chrome automation.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3: Cypress E2E Testing Suite - Complete client-side application specs, form submission, and route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Visual Verification Pages - Step-by-step screenshots tracking exact elements, DOM selectors, assertions, and console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IDE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Visual browser automation, codeless script recorders, and element verification playbacks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Codeless Visual Testing &amp;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IDE provides a rapid prototype automation layer by recording human actions in Chrome and generating assertions without writing code.</a:t>
            </a:r>
            <a:br/>
            <a:br/>
            <a:r>
              <a:t>It is utilized for sanity testing critical user flows instantly when migrating codebases.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Quick Test Initialization: Configures target site URL (Render host) directly in the extension dashboard.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Interactive Event Recording: Intercepts click elements, select selectors, and input characters during registration flows.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Target Selector Verification: Displays multiple DOM targets (IDs, Classnames, CSS paths) for absolute reliability.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Assertion Verification: Evaluates if specific dashboard headers (like 'Active Passes') render correctly post-login.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Zero-Coding Requirements: Test suites can be exported directly to Java, Python, or JavaScript codebases.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Webdriver Terminal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Programmatic Node.js automation driving Chrome driver and asserting login success via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Node.js Programmatic Browser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Our Selenium WebDriver script runs inside Node.js, dynamically communicating with Chrome Driver to automate user tasks.</a:t>
            </a:r>
            <a:br/>
            <a:br/>
            <a:r>
              <a:t>It is executed via command-line and integrated into standard CI/CD deployment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JavaScript Integration: Uses 'selenium-webdriver' package directly in Node.js to configure Chrome browser sessions.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Automated Input &amp; Navigation: Instructs Chrome to open the login page, locate email/password inputs, and enter credentials.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Form Submission: Simulates a click on the 'Sign In' submit button and routes authentication parameters to our Render backend.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Dynamic Assertions: Waits for the URL to change to '/dashboard' to confirm the login workflow connected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Clean Session Teardown: Safely closes Chrome and prints execution logs inside the PowerShell terminal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Cypress End-to-End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Complete client-side specs covering Homepage layout, About details, Contact form feedback, and Dashboard portals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Cypress Client-Side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runs directly inside the browser environment, offering blazing fast spec execution, automatic waiting, and built-in screenshot debuggers.</a:t>
            </a:r>
            <a:br/>
            <a:br/>
            <a:r>
              <a:t>It forms the core testing layer of EventSphere.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Homepage Check: Verifies luxury brand header ('EVENTSPHERE') and navigation links exist and are fully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About Page Verification: Visits '/about' and asserts that core text paragraphs load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Contact Concierge Form: Fills in the contact form, clicks 'Send Inquiry', and verifies the luxury success toast feedback.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Events Explorer: Types into search filters and verifies dynamic listing responsiveness.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Redux Store &amp; Router Checks: Logs in and navigates dashboard tabs (My Tickets, Wishlist, Settings) to verify client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Automated Testing Tools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IDE</a:t>
            </a:r>
            <a:br/>
            <a:br/>
            <a:r>
              <a:t>• Codeless recorder</a:t>
            </a:r>
            <a:br/>
            <a:r>
              <a:t>• Best for rapid sanity prototypes</a:t>
            </a:r>
            <a:br/>
            <a:r>
              <a:t>• Fast configurations</a:t>
            </a:r>
            <a:br/>
            <a:r>
              <a:t>• Requires 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WebDriver</a:t>
            </a:r>
            <a:br/>
            <a:br/>
            <a:r>
              <a:t>• Code-based (Node.js)</a:t>
            </a:r>
            <a:br/>
            <a:r>
              <a:t>• Best for CI/CD integration</a:t>
            </a:r>
            <a:br/>
            <a:r>
              <a:t>• Runs headless in shell</a:t>
            </a:r>
            <a:br/>
            <a:r>
              <a:t>• Excellent cross-browser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Cypress E2E</a:t>
            </a:r>
            <a:br/>
            <a:br/>
            <a:r>
              <a:t>• Direct browser architecture</a:t>
            </a:r>
            <a:br/>
            <a:r>
              <a:t>• Super fast execution times</a:t>
            </a:r>
            <a:br/>
            <a:r>
              <a:t>• Built-in time travel &amp; debugging</a:t>
            </a:r>
            <a:br/>
            <a:r>
              <a:t>• Comprehensive UI/UX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QUALITY ASSURANCE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All Test Suites Verified &amp;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and Selenium Webdriver scripts compile and execute successfully with zero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The Selenium Open-Source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homepage of the Selenium browser automation project, highlighting its core framework goals.</a:t>
            </a:r>
          </a:p>
        </p:txBody>
      </p:sp>
      <p:pic>
        <p:nvPicPr>
          <p:cNvPr id="6" name="Picture 5" descr="WhatsApp Image 2026-07-22 at 1.02.0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The Selenium Tool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An overview of Selenium's three main components: WebDriver (code-based scripts), IDE (record &amp; playback), and Grid (parallel scaling).</a:t>
            </a:r>
          </a:p>
        </p:txBody>
      </p:sp>
      <p:pic>
        <p:nvPicPr>
          <p:cNvPr id="6" name="Picture 5" descr="WhatsApp Image 2026-07-22 at 1.02.0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Selenium IDE Chrome/Firefox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webpage showcasing Selenium IDE features, including plugin downloads and documentation links.</a:t>
            </a:r>
          </a:p>
        </p:txBody>
      </p:sp>
      <p:pic>
        <p:nvPicPr>
          <p:cNvPr id="6" name="Picture 5" descr="WhatsApp Image 2026-07-22 at 1.02.0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Installing on Google Chrome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Locating and installing the official Selenium IDE browser extension from the Chrome Web Store.</a:t>
            </a:r>
          </a:p>
        </p:txBody>
      </p:sp>
      <p:pic>
        <p:nvPicPr>
          <p:cNvPr id="6" name="Picture 5" descr="WhatsApp Image 2026-07-22 at 1.02.1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Installing on Mozilla Firefox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Accessing the Firefox Browser Add-ons store to download and enable the extension for cross-browser testing.</a:t>
            </a:r>
          </a:p>
        </p:txBody>
      </p:sp>
      <p:pic>
        <p:nvPicPr>
          <p:cNvPr id="6" name="Picture 5" descr="WhatsApp Image 2026-07-22 at 1.02.10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Welcome Menu and Project Initialization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Selenium IDE to select initial setup options like starting a new test recording session.</a:t>
            </a:r>
          </a:p>
        </p:txBody>
      </p:sp>
      <p:pic>
        <p:nvPicPr>
          <p:cNvPr id="6" name="Picture 5" descr="WhatsApp Image 2026-07-22 at 1.02.1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Configuring Project Base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Entering the target site's URL parameters inside the IDE pop-up box to bind the recording session to the active address.</a:t>
            </a:r>
          </a:p>
        </p:txBody>
      </p:sp>
      <p:pic>
        <p:nvPicPr>
          <p:cNvPr id="6" name="Picture 5" descr="WhatsApp Image 2026-07-22 at 1.02.1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Naming the Test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Assigning a unique and descriptive name (e.g., 'Login Test') to organize recorded steps within the test manager panel.</a:t>
            </a:r>
          </a:p>
        </p:txBody>
      </p:sp>
      <p:pic>
        <p:nvPicPr>
          <p:cNvPr id="6" name="Picture 5" descr="WhatsApp Image 2026-07-22 at 1.02.11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IDE Playback Workspace and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Reviewing command logs and target locators in Selenium IDE after a test playback encounters errors (indicated by a red status bar).</a:t>
            </a:r>
          </a:p>
        </p:txBody>
      </p:sp>
      <p:pic>
        <p:nvPicPr>
          <p:cNvPr id="6" name="Picture 5" descr="WhatsApp Image 2026-07-22 at 1.02.12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Setting Up node_modules &amp; Package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Locating node_modules folder structure and verifying package.json dependencies are installed correctly in the project backend.</a:t>
            </a:r>
          </a:p>
        </p:txBody>
      </p:sp>
      <p:pic>
        <p:nvPicPr>
          <p:cNvPr id="6" name="Picture 5" descr="WhatsApp Image 2026-07-22 at 1.02.12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Automated Chrome Browser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Selenium WebDriver Node.js script automatically launching a clean instance of Google Chrome to initiate testing.</a:t>
            </a:r>
          </a:p>
        </p:txBody>
      </p:sp>
      <p:pic>
        <p:nvPicPr>
          <p:cNvPr id="6" name="Picture 5" descr="WhatsApp Image 2026-07-22 at 1.02.1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Loading Web Application Login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automated browser navigating to the EventSphere login portal on the live Render web address.</a:t>
            </a:r>
          </a:p>
        </p:txBody>
      </p:sp>
      <p:pic>
        <p:nvPicPr>
          <p:cNvPr id="6" name="Picture 5" descr="WhatsApp Image 2026-07-22 at 1.02.1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Inputting Guest Login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locating the email/password fields on the web page and typing in test user credentials.</a:t>
            </a:r>
          </a:p>
        </p:txBody>
      </p:sp>
      <p:pic>
        <p:nvPicPr>
          <p:cNvPr id="6" name="Picture 5" descr="WhatsApp Image 2026-07-22 at 1.02.14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Submitting the Credentials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executing the button click action on the submit form to authorize access with the backend server.</a:t>
            </a:r>
          </a:p>
        </p:txBody>
      </p:sp>
      <p:pic>
        <p:nvPicPr>
          <p:cNvPr id="6" name="Picture 5" descr="WhatsApp Image 2026-07-22 at 1.02.14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Redirecting to Dashboard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Waiting for the backend to verify credentials and redirecting to the secure user dashboard interface.</a:t>
            </a:r>
          </a:p>
        </p:txBody>
      </p:sp>
      <p:pic>
        <p:nvPicPr>
          <p:cNvPr id="6" name="Picture 5" descr="WhatsApp Image 2026-07-22 at 1.02.1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Verifying Dashboard Content &amp;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Asserting that dashboard stats, active passes, and logout button render correctly on successful login.</a:t>
            </a:r>
          </a:p>
        </p:txBody>
      </p:sp>
      <p:pic>
        <p:nvPicPr>
          <p:cNvPr id="6" name="Picture 5" descr="WhatsApp Image 2026-07-22 at 1.02.15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Terminal Test Pass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Verifying that the script completes execution, closes Chrome, and prints 'Test Passed' in the terminal console.</a:t>
            </a:r>
          </a:p>
        </p:txBody>
      </p:sp>
      <p:pic>
        <p:nvPicPr>
          <p:cNvPr id="6" name="Picture 5" descr="WhatsApp Image 2026-07-22 at 1.02.1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Cypress Project Structure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Verifying file configurations, cypress folders, support scripts, and spec file paths inside the VS Code explorer panel.</a:t>
            </a:r>
          </a:p>
        </p:txBody>
      </p:sp>
      <p:pic>
        <p:nvPicPr>
          <p:cNvPr id="6" name="Picture 5" descr="WhatsApp Image 2026-07-22 at 1.02.16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Cypress spec.cy.js File 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Setting up Cypress E2E test scripts in VS Code using clean JavaScript assertions to verify user flows.</a:t>
            </a:r>
          </a:p>
        </p:txBody>
      </p:sp>
      <p:pic>
        <p:nvPicPr>
          <p:cNvPr id="6" name="Picture 5" descr="WhatsApp Image 2026-07-22 at 1.02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Homepage Assertion and Visual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visiting the homepage and checking branding elements, typography headers, and navigation link layouts.</a:t>
            </a:r>
          </a:p>
        </p:txBody>
      </p:sp>
      <p:pic>
        <p:nvPicPr>
          <p:cNvPr id="6" name="Picture 5" descr="WhatsApp Image 2026-07-22 at 1.02.17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About Us Page Navigation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Testing client-side routing by clicking the About link and verifying main philosophy contents load successfully.</a:t>
            </a:r>
          </a:p>
        </p:txBody>
      </p:sp>
      <p:pic>
        <p:nvPicPr>
          <p:cNvPr id="6" name="Picture 5" descr="WhatsApp Image 2026-07-22 at 1.02.1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Contact Concierge Form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Filling out support contact inquiries (name, email, description) to test the concierge form.</a:t>
            </a:r>
          </a:p>
        </p:txBody>
      </p:sp>
      <p:pic>
        <p:nvPicPr>
          <p:cNvPr id="6" name="Picture 5" descr="WhatsApp Image 2026-07-22 at 1.02.18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Toast Notification Assertion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Asserting that a successful popup alert ('Thank you. Our luxury concierge desk will respond shortly.') is displayed after submission.</a:t>
            </a:r>
          </a:p>
        </p:txBody>
      </p:sp>
      <p:pic>
        <p:nvPicPr>
          <p:cNvPr id="6" name="Picture 5" descr="WhatsApp Image 2026-07-22 at 1.02.1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Events Explorer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Testing input text filtering inside the Events page search box to verify dynamic listing search responsiveness.</a:t>
            </a:r>
          </a:p>
        </p:txBody>
      </p:sp>
      <p:pic>
        <p:nvPicPr>
          <p:cNvPr id="6" name="Picture 5" descr="WhatsApp Image 2026-07-22 at 1.02.1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Attendee Login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automated user login with custom assertions to verify credentials validation flow.</a:t>
            </a:r>
          </a:p>
        </p:txBody>
      </p:sp>
      <p:pic>
        <p:nvPicPr>
          <p:cNvPr id="6" name="Picture 5" descr="WhatsApp Image 2026-07-22 at 1.02.2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